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— FASE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Necessidades e Evolução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Sistema de Gestão de Estoque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Entrevistas, observação de campo e proposta de alterações no sistema (Produto, Fornecedor e Associação Produto/Fornecedor)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Gran — Disciplina Projeto Integrador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LEVANTAMENTO FOI CONDUZIDO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Levantamento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semiestruturada com a liderança e com a equipe operacional responsável pelo estoque.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direta da rotina de recebimento, conferência, armazenagem e saída de mercadorias.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dos artefatos hoje utilizados para controle (planilhas, formulários em papel, sistema legado, se houver).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entre as necessidades relatadas e as funcionalidades já existentes no sistema construído na Fase 2 (controllers de Produto, Fornecedor e Associação Produto/Fornecedor).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transparência: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fins de estruturação desta apresentação, foi utilizado um cenário ilustrativo baseado em um perfil típico de pequena distribuidora. Ao aplicar este roteiro em uma empresa real, substitua o perfil, as falas e os achados pelos dados efetivamente coletados na entrevista/visita.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NEGÓCIO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Empresa (cenário)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Distribuidora de material de escritório e eletrônicos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 empresa — 14 colaboradores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~480 produtos ativos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fornecedores cadastrados, a maioria fornecendo mais de uma linha de produto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atual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Excel compartilhadas por e-mail, sem histórico nem controle de 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 envolvidas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de compras, 2 conferentes de estoque, 1 auxiliar administrativo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ENTREVISTA E A OBSERVAÇÃO REVELARAM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Dores Identificadas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quantidade: o sistema hoje registra produto e fornecedor, mas não a quantidade em estoque nem entradas/saídas.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estoque frequente: faltam alertas de estoque mínimo, gerando vendas perdidas.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compra não rastreado por fornecedor: o mesmo produto pode ter preços diferentes conforme o fornecedor, e isso não é registrado.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rastreabilidade: não há histórico de quem alterou o quê e quando (sem login/usuários).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relatórios: não é possível saber valor total em estoque, produtos parados ou giro de estoque.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manual: dados de produtos e fornecedores são digitados repetidamente em planilhas diferentes.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EMPRESA ESPERA ALCANÇAR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Negócio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rupturas de estoque e vendas perdidas por falta de produto.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o poder de negociação comparando preços entre fornecedores do mesmo produto.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Ganhar visibilidade gerencial (quanto está parado em estoque, o que precisa repor).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erros manuais e tempo gasto com planilhas.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controle de acesso: quem pode cadastrar, alterar ou apenas consultar.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FOI ENTREGUE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Atual (Fase 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+ Express)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 Produto (CRUD)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 Fornecedor (CRUD)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 Associação Produto/Fornecedor (N:N)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093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Produtos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Fornecedores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Associação Produto/Fornecedor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006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central: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atual modela "o que existe" (produtos e fornecedores), mas não modela "o que acontece com o estoque" (quantidade, movimentação, preço de compra por fornecedor, alertas). É exatamente essa lacuna que a empresa sentiu na prática.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REGRAS DE NEGÓCIO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Propostas — Backend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589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campos quantidadeEstoque e estoqueMinimo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Produto/Fornecedor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precoCompra à associação (preço pode variar por fornecedor)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 de Estoque (novo)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controller: registrar entradas e saídas, com data, quantidade e motivo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(novo)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controller: agrupar produtos por categoria para filtros e relatórios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Usuário/Autenticação (novo)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com perfis Administrador e Operador, controlando quem pode alterar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(novo)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agregados: valor total em estoque, produtos abaixo do mínimo, giro por período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Propostas — Frontend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inicial com indicadores: valor total em estoque, itens abaixo do mínimo, últimas movimentações.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Movimentação de Estoque: registrar entrada (compra/recebimento) e saída (venda/perda).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visuais de estoque baixo na listagem de Produtos.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preço por fornecedor na tela de Associação, com comparação lado a lado entre fornecedores do mesmo produto.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busca por nome, categoria e fornecedor nas listagens.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e controle de acesso por perfil (Administrador / Operador).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relatórios em CSV/PDF.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SUGERIDA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Essencial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56616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em estoque, estoque mínimo, movimentação de entrada/saída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502920"/>
          </a:xfrm>
          <a:prstGeom prst="rect">
            <a:avLst/>
          </a:prstGeom>
          <a:solidFill>
            <a:srgbClr val="16A765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Gestão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6616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031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fornecedor, categorias, alertas visuais, filtros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502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Governança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566160" cy="31089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1031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perfis de acesso, relatórios e exportação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Próximos Passos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atual cobre bem o cadastro de produtos, fornecedores e a relação entre eles.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entrevistas mostraram que a dor real da empresa está na falta de controle de quantidade, movimentação e visibilidade gerencial.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alterações propostas evoluem o sistema de um cadastro estático para uma ferramenta de gestão de estoque.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validar este roadmap com a empresa e iniciar a implementação pela Fase 1 (essencial).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2026-09-16T01:49:23Z</dcterms:created>
  <dcterms:modified xsi:type="dcterms:W3CDTF">2026-09-16T01:49:23Z</dcterms:modified>
</cp:coreProperties>
</file>